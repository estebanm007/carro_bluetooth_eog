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Raleway"/>
      <p:regular r:id="rId27"/>
      <p:bold r:id="rId28"/>
      <p:italic r:id="rId29"/>
      <p:boldItalic r:id="rId30"/>
    </p:embeddedFont>
    <p:embeddedFont>
      <p:font typeface="Karla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aleway-bold.fntdata"/><Relationship Id="rId27" Type="http://schemas.openxmlformats.org/officeDocument/2006/relationships/font" Target="fonts/Ralew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Karla-regular.fntdata"/><Relationship Id="rId30" Type="http://schemas.openxmlformats.org/officeDocument/2006/relationships/font" Target="fonts/Raleway-boldItalic.fntdata"/><Relationship Id="rId11" Type="http://schemas.openxmlformats.org/officeDocument/2006/relationships/slide" Target="slides/slide7.xml"/><Relationship Id="rId33" Type="http://schemas.openxmlformats.org/officeDocument/2006/relationships/font" Target="fonts/Karla-italic.fntdata"/><Relationship Id="rId10" Type="http://schemas.openxmlformats.org/officeDocument/2006/relationships/slide" Target="slides/slide6.xml"/><Relationship Id="rId32" Type="http://schemas.openxmlformats.org/officeDocument/2006/relationships/font" Target="fonts/Karla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Karla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48328a40_0_1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6148328a4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148328a40_0_1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6148328a4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148328a40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6148328a40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148328a40_0_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6148328a4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148328a40_0_1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6148328a40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6148328a40_0_1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6148328a4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6148328a40_0_1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36148328a4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148328a40_0_1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6148328a40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148328a40_0_1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g36148328a4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6148328a40_0_19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6148328a40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6148328a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6148328a40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4435874c2f_0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4435874c2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6148328a40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6148328a4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148328a40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6148328a4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148328a40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6148328a4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6148328a40_0_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6148328a4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6148328a40_0_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6148328a40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6148328a40_0_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6148328a4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6148328a40_0_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g36148328a4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6148328a40_0_10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g36148328a40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6148328a40_0_1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6148328a4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rgbClr val="004C5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6025" y="301575"/>
            <a:ext cx="9150050" cy="4496748"/>
          </a:xfrm>
          <a:custGeom>
            <a:rect b="b" l="l" r="r" t="t"/>
            <a:pathLst>
              <a:path extrusionOk="0" h="149344" w="366002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AE9D">
              <a:alpha val="83137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-5900" y="759982"/>
            <a:ext cx="9144150" cy="3769800"/>
          </a:xfrm>
          <a:custGeom>
            <a:rect b="b" l="l" r="r" t="t"/>
            <a:pathLst>
              <a:path extrusionOk="0" h="150792" w="365766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274"/>
            </a:srgbClr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0" y="1351100"/>
            <a:ext cx="9156075" cy="2889063"/>
          </a:xfrm>
          <a:custGeom>
            <a:rect b="b" l="l" r="r" t="t"/>
            <a:pathLst>
              <a:path extrusionOk="0" h="106157" w="366243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ABE33F">
              <a:alpha val="80784"/>
            </a:srgbClr>
          </a:solidFill>
          <a:ln>
            <a:noFill/>
          </a:ln>
        </p:spPr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1719025" y="1991825"/>
            <a:ext cx="57060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  <a:defRPr b="1" i="0" sz="48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 columns" type="twoColTx">
  <p:cSld name="TITLE_AND_TWO_COLUMN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3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16" name="Google Shape;16;p3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17" name="Google Shape;17;p3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137"/>
              </a:srgbClr>
            </a:solidFill>
            <a:ln>
              <a:noFill/>
            </a:ln>
          </p:spPr>
        </p:sp>
        <p:sp>
          <p:nvSpPr>
            <p:cNvPr id="18" name="Google Shape;18;p3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0784"/>
              </a:srgbClr>
            </a:solidFill>
            <a:ln>
              <a:noFill/>
            </a:ln>
          </p:spPr>
        </p:sp>
        <p:sp>
          <p:nvSpPr>
            <p:cNvPr id="19" name="Google Shape;19;p3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20" name="Google Shape;20;p3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137"/>
              </a:srgbClr>
            </a:solidFill>
            <a:ln>
              <a:noFill/>
            </a:ln>
          </p:spPr>
        </p:sp>
        <p:sp>
          <p:nvSpPr>
            <p:cNvPr id="21" name="Google Shape;21;p3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0784"/>
              </a:srgbClr>
            </a:solidFill>
            <a:ln>
              <a:noFill/>
            </a:ln>
          </p:spPr>
        </p: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904925" y="1495850"/>
            <a:ext cx="3560100" cy="3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1800"/>
              <a:buFont typeface="Karla"/>
              <a:buChar char="◆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800"/>
              <a:buFont typeface="Karla"/>
              <a:buChar char="◆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800"/>
              <a:buFont typeface="Karla"/>
              <a:buChar char="◇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●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○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■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●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○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■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2" type="body"/>
          </p:nvPr>
        </p:nvSpPr>
        <p:spPr>
          <a:xfrm>
            <a:off x="4679180" y="1495850"/>
            <a:ext cx="3560100" cy="3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1800"/>
              <a:buFont typeface="Karla"/>
              <a:buChar char="◆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800"/>
              <a:buFont typeface="Karla"/>
              <a:buChar char="◆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800"/>
              <a:buFont typeface="Karla"/>
              <a:buChar char="◇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●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○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■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●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○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Char char="■"/>
              <a:defRPr b="0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TITLE_1_1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6025" y="301575"/>
            <a:ext cx="9150050" cy="4496748"/>
          </a:xfrm>
          <a:custGeom>
            <a:rect b="b" l="l" r="r" t="t"/>
            <a:pathLst>
              <a:path extrusionOk="0" h="149344" w="366002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28" name="Google Shape;28;p4"/>
          <p:cNvSpPr/>
          <p:nvPr/>
        </p:nvSpPr>
        <p:spPr>
          <a:xfrm>
            <a:off x="0" y="1580113"/>
            <a:ext cx="9144000" cy="3341668"/>
          </a:xfrm>
          <a:custGeom>
            <a:rect b="b" l="l" r="r" t="t"/>
            <a:pathLst>
              <a:path extrusionOk="0" h="110982" w="365760">
                <a:moveTo>
                  <a:pt x="0" y="0"/>
                </a:moveTo>
                <a:lnTo>
                  <a:pt x="0" y="54526"/>
                </a:lnTo>
                <a:lnTo>
                  <a:pt x="317748" y="110982"/>
                </a:lnTo>
                <a:lnTo>
                  <a:pt x="365760" y="84202"/>
                </a:lnTo>
                <a:lnTo>
                  <a:pt x="365760" y="26780"/>
                </a:lnTo>
                <a:close/>
              </a:path>
            </a:pathLst>
          </a:custGeom>
          <a:solidFill>
            <a:srgbClr val="00AE9D">
              <a:alpha val="83137"/>
            </a:srgbClr>
          </a:solidFill>
          <a:ln>
            <a:noFill/>
          </a:ln>
        </p:spPr>
      </p:sp>
      <p:sp>
        <p:nvSpPr>
          <p:cNvPr id="29" name="Google Shape;29;p4"/>
          <p:cNvSpPr/>
          <p:nvPr/>
        </p:nvSpPr>
        <p:spPr>
          <a:xfrm>
            <a:off x="-5900" y="410541"/>
            <a:ext cx="9144152" cy="4453148"/>
          </a:xfrm>
          <a:custGeom>
            <a:rect b="b" l="l" r="r" t="t"/>
            <a:pathLst>
              <a:path extrusionOk="0" h="147896" w="365036">
                <a:moveTo>
                  <a:pt x="365036" y="21714"/>
                </a:moveTo>
                <a:lnTo>
                  <a:pt x="87097" y="0"/>
                </a:lnTo>
                <a:lnTo>
                  <a:pt x="0" y="57421"/>
                </a:lnTo>
                <a:lnTo>
                  <a:pt x="0" y="117255"/>
                </a:lnTo>
                <a:lnTo>
                  <a:pt x="241266" y="147896"/>
                </a:lnTo>
                <a:lnTo>
                  <a:pt x="365036" y="112913"/>
                </a:lnTo>
                <a:close/>
              </a:path>
            </a:pathLst>
          </a:custGeom>
          <a:solidFill>
            <a:srgbClr val="ABE33F">
              <a:alpha val="80784"/>
            </a:srgbClr>
          </a:solidFill>
          <a:ln>
            <a:noFill/>
          </a:ln>
        </p:spPr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1833775" y="2314200"/>
            <a:ext cx="5476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◆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810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◆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810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◇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810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●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810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○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810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■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810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●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810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○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810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Karla"/>
              <a:buChar char="■"/>
              <a:defRPr b="1" i="1" sz="24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593400" y="1086169"/>
            <a:ext cx="1957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“</a:t>
            </a:r>
            <a:endParaRPr b="1" i="0" sz="6000" u="none" cap="none" strike="noStrike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179900" y="1041875"/>
            <a:ext cx="784200" cy="784200"/>
          </a:xfrm>
          <a:prstGeom prst="diamond">
            <a:avLst/>
          </a:prstGeom>
          <a:noFill/>
          <a:ln cap="flat" cmpd="sng" w="28575">
            <a:solidFill>
              <a:srgbClr val="FFFF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5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36" name="Google Shape;36;p5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37" name="Google Shape;37;p5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137"/>
              </a:srgbClr>
            </a:solidFill>
            <a:ln>
              <a:noFill/>
            </a:ln>
          </p:spPr>
        </p:sp>
        <p:sp>
          <p:nvSpPr>
            <p:cNvPr id="38" name="Google Shape;38;p5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0784"/>
              </a:srgbClr>
            </a:solidFill>
            <a:ln>
              <a:noFill/>
            </a:ln>
          </p:spPr>
        </p:sp>
        <p:sp>
          <p:nvSpPr>
            <p:cNvPr id="39" name="Google Shape;39;p5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40" name="Google Shape;40;p5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137"/>
              </a:srgbClr>
            </a:solidFill>
            <a:ln>
              <a:noFill/>
            </a:ln>
          </p:spPr>
        </p:sp>
        <p:sp>
          <p:nvSpPr>
            <p:cNvPr id="41" name="Google Shape;41;p5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0784"/>
              </a:srgbClr>
            </a:solidFill>
            <a:ln>
              <a:noFill/>
            </a:ln>
          </p:spPr>
        </p:sp>
      </p:grpSp>
      <p:sp>
        <p:nvSpPr>
          <p:cNvPr id="42" name="Google Shape;42;p5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" type="body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◇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itle">
  <p:cSld name="TITLE_1">
    <p:bg>
      <p:bgPr>
        <a:solidFill>
          <a:srgbClr val="ABE33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 flipH="1">
            <a:off x="6025" y="301575"/>
            <a:ext cx="9150050" cy="4496748"/>
          </a:xfrm>
          <a:custGeom>
            <a:rect b="b" l="l" r="r" t="t"/>
            <a:pathLst>
              <a:path extrusionOk="0" h="149344" w="366002">
                <a:moveTo>
                  <a:pt x="0" y="55491"/>
                </a:moveTo>
                <a:lnTo>
                  <a:pt x="0" y="107122"/>
                </a:lnTo>
                <a:lnTo>
                  <a:pt x="96507" y="149344"/>
                </a:lnTo>
                <a:lnTo>
                  <a:pt x="366002" y="116290"/>
                </a:lnTo>
                <a:lnTo>
                  <a:pt x="366002" y="40050"/>
                </a:lnTo>
                <a:lnTo>
                  <a:pt x="274079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-5900" y="753950"/>
            <a:ext cx="9144150" cy="3769800"/>
          </a:xfrm>
          <a:custGeom>
            <a:rect b="b" l="l" r="r" t="t"/>
            <a:pathLst>
              <a:path extrusionOk="0" h="150792" w="365766">
                <a:moveTo>
                  <a:pt x="365766" y="12416"/>
                </a:moveTo>
                <a:lnTo>
                  <a:pt x="289997" y="0"/>
                </a:lnTo>
                <a:lnTo>
                  <a:pt x="0" y="55421"/>
                </a:lnTo>
                <a:lnTo>
                  <a:pt x="0" y="127486"/>
                </a:lnTo>
                <a:lnTo>
                  <a:pt x="70927" y="150792"/>
                </a:lnTo>
                <a:lnTo>
                  <a:pt x="365766" y="122256"/>
                </a:lnTo>
                <a:close/>
              </a:path>
            </a:pathLst>
          </a:custGeom>
          <a:solidFill>
            <a:srgbClr val="00AE9D">
              <a:alpha val="26274"/>
            </a:srgbClr>
          </a:solidFill>
          <a:ln>
            <a:noFill/>
          </a:ln>
        </p:spPr>
      </p:sp>
      <p:sp>
        <p:nvSpPr>
          <p:cNvPr id="48" name="Google Shape;48;p6"/>
          <p:cNvSpPr/>
          <p:nvPr/>
        </p:nvSpPr>
        <p:spPr>
          <a:xfrm>
            <a:off x="0" y="1351100"/>
            <a:ext cx="9156075" cy="2889063"/>
          </a:xfrm>
          <a:custGeom>
            <a:rect b="b" l="l" r="r" t="t"/>
            <a:pathLst>
              <a:path extrusionOk="0" h="106157" w="366243">
                <a:moveTo>
                  <a:pt x="241" y="0"/>
                </a:moveTo>
                <a:lnTo>
                  <a:pt x="0" y="77929"/>
                </a:lnTo>
                <a:lnTo>
                  <a:pt x="366243" y="106157"/>
                </a:lnTo>
                <a:lnTo>
                  <a:pt x="366243" y="4102"/>
                </a:lnTo>
                <a:close/>
              </a:path>
            </a:pathLst>
          </a:custGeom>
          <a:solidFill>
            <a:srgbClr val="00AE9D">
              <a:alpha val="83137"/>
            </a:srgbClr>
          </a:solidFill>
          <a:ln>
            <a:noFill/>
          </a:ln>
        </p:spPr>
      </p:sp>
      <p:sp>
        <p:nvSpPr>
          <p:cNvPr id="49" name="Google Shape;49;p6"/>
          <p:cNvSpPr txBox="1"/>
          <p:nvPr>
            <p:ph type="ctrTitle"/>
          </p:nvPr>
        </p:nvSpPr>
        <p:spPr>
          <a:xfrm>
            <a:off x="1815525" y="2040550"/>
            <a:ext cx="55131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  <a:defRPr b="1" i="0" sz="36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" type="subTitle"/>
          </p:nvPr>
        </p:nvSpPr>
        <p:spPr>
          <a:xfrm>
            <a:off x="1815375" y="3068650"/>
            <a:ext cx="5513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800"/>
              <a:buFont typeface="Karla"/>
              <a:buNone/>
              <a:defRPr b="1" i="0" sz="18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-2355" y="0"/>
            <a:ext cx="5209571" cy="983354"/>
          </a:xfrm>
          <a:custGeom>
            <a:rect b="b" l="l" r="r" t="t"/>
            <a:pathLst>
              <a:path extrusionOk="0" h="53320" w="342116">
                <a:moveTo>
                  <a:pt x="0" y="0"/>
                </a:moveTo>
                <a:lnTo>
                  <a:pt x="0" y="53320"/>
                </a:lnTo>
                <a:lnTo>
                  <a:pt x="342116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54" name="Google Shape;54;p7"/>
          <p:cNvSpPr/>
          <p:nvPr/>
        </p:nvSpPr>
        <p:spPr>
          <a:xfrm>
            <a:off x="-6025" y="2"/>
            <a:ext cx="4445394" cy="1085644"/>
          </a:xfrm>
          <a:custGeom>
            <a:rect b="b" l="l" r="r" t="t"/>
            <a:pathLst>
              <a:path extrusionOk="0" h="58628" w="291932">
                <a:moveTo>
                  <a:pt x="0" y="18578"/>
                </a:moveTo>
                <a:lnTo>
                  <a:pt x="241" y="34019"/>
                </a:lnTo>
                <a:lnTo>
                  <a:pt x="221482" y="58628"/>
                </a:lnTo>
                <a:lnTo>
                  <a:pt x="291932" y="0"/>
                </a:lnTo>
                <a:close/>
              </a:path>
            </a:pathLst>
          </a:custGeom>
          <a:solidFill>
            <a:srgbClr val="ABE33F">
              <a:alpha val="80784"/>
            </a:srgbClr>
          </a:solidFill>
          <a:ln>
            <a:noFill/>
          </a:ln>
        </p:spPr>
      </p:sp>
      <p:sp>
        <p:nvSpPr>
          <p:cNvPr id="55" name="Google Shape;55;p7"/>
          <p:cNvSpPr/>
          <p:nvPr/>
        </p:nvSpPr>
        <p:spPr>
          <a:xfrm>
            <a:off x="6375475" y="4745747"/>
            <a:ext cx="2548913" cy="400879"/>
          </a:xfrm>
          <a:custGeom>
            <a:rect b="b" l="l" r="r" t="t"/>
            <a:pathLst>
              <a:path extrusionOk="0" h="19060" w="203628">
                <a:moveTo>
                  <a:pt x="0" y="19060"/>
                </a:moveTo>
                <a:lnTo>
                  <a:pt x="203628" y="19060"/>
                </a:lnTo>
                <a:lnTo>
                  <a:pt x="157305" y="0"/>
                </a:lnTo>
                <a:close/>
              </a:path>
            </a:pathLst>
          </a:custGeom>
          <a:solidFill>
            <a:srgbClr val="004C52"/>
          </a:solidFill>
          <a:ln>
            <a:noFill/>
          </a:ln>
        </p:spPr>
      </p:sp>
      <p:sp>
        <p:nvSpPr>
          <p:cNvPr id="56" name="Google Shape;56;p7"/>
          <p:cNvSpPr/>
          <p:nvPr/>
        </p:nvSpPr>
        <p:spPr>
          <a:xfrm>
            <a:off x="7341180" y="4767304"/>
            <a:ext cx="1821096" cy="395811"/>
          </a:xfrm>
          <a:custGeom>
            <a:rect b="b" l="l" r="r" t="t"/>
            <a:pathLst>
              <a:path extrusionOk="0" h="18819" w="145484">
                <a:moveTo>
                  <a:pt x="145484" y="0"/>
                </a:moveTo>
                <a:lnTo>
                  <a:pt x="145484" y="18819"/>
                </a:lnTo>
                <a:lnTo>
                  <a:pt x="0" y="18819"/>
                </a:lnTo>
                <a:close/>
              </a:path>
            </a:pathLst>
          </a:custGeom>
          <a:solidFill>
            <a:srgbClr val="00AE9D">
              <a:alpha val="83137"/>
            </a:srgbClr>
          </a:solidFill>
          <a:ln>
            <a:noFill/>
          </a:ln>
        </p:spPr>
      </p:sp>
      <p:sp>
        <p:nvSpPr>
          <p:cNvPr id="57" name="Google Shape;57;p7"/>
          <p:cNvSpPr/>
          <p:nvPr/>
        </p:nvSpPr>
        <p:spPr>
          <a:xfrm>
            <a:off x="8340717" y="4204075"/>
            <a:ext cx="818444" cy="959061"/>
          </a:xfrm>
          <a:custGeom>
            <a:rect b="b" l="l" r="r" t="t"/>
            <a:pathLst>
              <a:path extrusionOk="0" h="45599" w="65384">
                <a:moveTo>
                  <a:pt x="65384" y="27022"/>
                </a:moveTo>
                <a:lnTo>
                  <a:pt x="65384" y="0"/>
                </a:lnTo>
                <a:lnTo>
                  <a:pt x="0" y="45599"/>
                </a:lnTo>
                <a:close/>
              </a:path>
            </a:pathLst>
          </a:custGeom>
          <a:solidFill>
            <a:srgbClr val="ABE33F">
              <a:alpha val="80784"/>
            </a:srgbClr>
          </a:solidFill>
          <a:ln>
            <a:noFill/>
          </a:ln>
        </p:spPr>
      </p:sp>
      <p:sp>
        <p:nvSpPr>
          <p:cNvPr id="58" name="Google Shape;58;p7"/>
          <p:cNvSpPr/>
          <p:nvPr/>
        </p:nvSpPr>
        <p:spPr>
          <a:xfrm>
            <a:off x="1559025" y="-6025"/>
            <a:ext cx="4116775" cy="944875"/>
          </a:xfrm>
          <a:custGeom>
            <a:rect b="b" l="l" r="r" t="t"/>
            <a:pathLst>
              <a:path extrusionOk="0" h="37795" w="164671">
                <a:moveTo>
                  <a:pt x="0" y="241"/>
                </a:moveTo>
                <a:lnTo>
                  <a:pt x="132407" y="37795"/>
                </a:lnTo>
                <a:lnTo>
                  <a:pt x="164671" y="0"/>
                </a:lnTo>
                <a:lnTo>
                  <a:pt x="160329" y="241"/>
                </a:lnTo>
                <a:close/>
              </a:path>
            </a:pathLst>
          </a:custGeom>
          <a:solidFill>
            <a:srgbClr val="00AE9D">
              <a:alpha val="83137"/>
            </a:srgbClr>
          </a:solidFill>
          <a:ln>
            <a:noFill/>
          </a:ln>
        </p:spPr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TITLE_AND_TWO_COLUMNS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8"/>
          <p:cNvGrpSpPr/>
          <p:nvPr/>
        </p:nvGrpSpPr>
        <p:grpSpPr>
          <a:xfrm>
            <a:off x="-6025" y="0"/>
            <a:ext cx="9168125" cy="5163100"/>
            <a:chOff x="-6025" y="0"/>
            <a:chExt cx="9168125" cy="5163100"/>
          </a:xfrm>
        </p:grpSpPr>
        <p:sp>
          <p:nvSpPr>
            <p:cNvPr id="62" name="Google Shape;62;p8"/>
            <p:cNvSpPr/>
            <p:nvPr/>
          </p:nvSpPr>
          <p:spPr>
            <a:xfrm>
              <a:off x="0" y="0"/>
              <a:ext cx="8552900" cy="1333000"/>
            </a:xfrm>
            <a:custGeom>
              <a:rect b="b" l="l" r="r" t="t"/>
              <a:pathLst>
                <a:path extrusionOk="0" h="53320" w="342116">
                  <a:moveTo>
                    <a:pt x="0" y="0"/>
                  </a:moveTo>
                  <a:lnTo>
                    <a:pt x="0" y="53320"/>
                  </a:lnTo>
                  <a:lnTo>
                    <a:pt x="342116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63" name="Google Shape;63;p8"/>
            <p:cNvSpPr/>
            <p:nvPr/>
          </p:nvSpPr>
          <p:spPr>
            <a:xfrm>
              <a:off x="2563450" y="0"/>
              <a:ext cx="6580550" cy="1272675"/>
            </a:xfrm>
            <a:custGeom>
              <a:rect b="b" l="l" r="r" t="t"/>
              <a:pathLst>
                <a:path extrusionOk="0" h="50907" w="263222">
                  <a:moveTo>
                    <a:pt x="0" y="0"/>
                  </a:moveTo>
                  <a:lnTo>
                    <a:pt x="217381" y="50907"/>
                  </a:lnTo>
                  <a:lnTo>
                    <a:pt x="263222" y="10133"/>
                  </a:lnTo>
                  <a:lnTo>
                    <a:pt x="263222" y="0"/>
                  </a:lnTo>
                  <a:close/>
                </a:path>
              </a:pathLst>
            </a:custGeom>
            <a:solidFill>
              <a:srgbClr val="00AE9D">
                <a:alpha val="83137"/>
              </a:srgbClr>
            </a:solidFill>
            <a:ln>
              <a:noFill/>
            </a:ln>
          </p:spPr>
        </p:sp>
        <p:sp>
          <p:nvSpPr>
            <p:cNvPr id="64" name="Google Shape;64;p8"/>
            <p:cNvSpPr/>
            <p:nvPr/>
          </p:nvSpPr>
          <p:spPr>
            <a:xfrm>
              <a:off x="-6025" y="2"/>
              <a:ext cx="7298300" cy="1471709"/>
            </a:xfrm>
            <a:custGeom>
              <a:rect b="b" l="l" r="r" t="t"/>
              <a:pathLst>
                <a:path extrusionOk="0" h="58628" w="291932">
                  <a:moveTo>
                    <a:pt x="0" y="18578"/>
                  </a:moveTo>
                  <a:lnTo>
                    <a:pt x="241" y="34019"/>
                  </a:lnTo>
                  <a:lnTo>
                    <a:pt x="221482" y="58628"/>
                  </a:lnTo>
                  <a:lnTo>
                    <a:pt x="291932" y="0"/>
                  </a:lnTo>
                  <a:close/>
                </a:path>
              </a:pathLst>
            </a:custGeom>
            <a:solidFill>
              <a:srgbClr val="ABE33F">
                <a:alpha val="80784"/>
              </a:srgbClr>
            </a:solidFill>
            <a:ln>
              <a:noFill/>
            </a:ln>
          </p:spPr>
        </p:sp>
        <p:sp>
          <p:nvSpPr>
            <p:cNvPr id="65" name="Google Shape;65;p8"/>
            <p:cNvSpPr/>
            <p:nvPr/>
          </p:nvSpPr>
          <p:spPr>
            <a:xfrm>
              <a:off x="3596100" y="4667000"/>
              <a:ext cx="5090700" cy="476500"/>
            </a:xfrm>
            <a:custGeom>
              <a:rect b="b" l="l" r="r" t="t"/>
              <a:pathLst>
                <a:path extrusionOk="0" h="19060" w="203628">
                  <a:moveTo>
                    <a:pt x="0" y="19060"/>
                  </a:moveTo>
                  <a:lnTo>
                    <a:pt x="203628" y="19060"/>
                  </a:lnTo>
                  <a:lnTo>
                    <a:pt x="157305" y="0"/>
                  </a:lnTo>
                  <a:close/>
                </a:path>
              </a:pathLst>
            </a:custGeom>
            <a:solidFill>
              <a:srgbClr val="004C52"/>
            </a:solidFill>
            <a:ln>
              <a:noFill/>
            </a:ln>
          </p:spPr>
        </p:sp>
        <p:sp>
          <p:nvSpPr>
            <p:cNvPr id="66" name="Google Shape;66;p8"/>
            <p:cNvSpPr/>
            <p:nvPr/>
          </p:nvSpPr>
          <p:spPr>
            <a:xfrm>
              <a:off x="5525000" y="4692625"/>
              <a:ext cx="3637100" cy="470475"/>
            </a:xfrm>
            <a:custGeom>
              <a:rect b="b" l="l" r="r" t="t"/>
              <a:pathLst>
                <a:path extrusionOk="0" h="18819" w="145484">
                  <a:moveTo>
                    <a:pt x="145484" y="0"/>
                  </a:moveTo>
                  <a:lnTo>
                    <a:pt x="145484" y="18819"/>
                  </a:lnTo>
                  <a:lnTo>
                    <a:pt x="0" y="18819"/>
                  </a:lnTo>
                  <a:close/>
                </a:path>
              </a:pathLst>
            </a:custGeom>
            <a:solidFill>
              <a:srgbClr val="00AE9D">
                <a:alpha val="83137"/>
              </a:srgbClr>
            </a:solidFill>
            <a:ln>
              <a:noFill/>
            </a:ln>
          </p:spPr>
        </p:sp>
        <p:sp>
          <p:nvSpPr>
            <p:cNvPr id="67" name="Google Shape;67;p8"/>
            <p:cNvSpPr/>
            <p:nvPr/>
          </p:nvSpPr>
          <p:spPr>
            <a:xfrm>
              <a:off x="7521475" y="4023125"/>
              <a:ext cx="1634600" cy="1139975"/>
            </a:xfrm>
            <a:custGeom>
              <a:rect b="b" l="l" r="r" t="t"/>
              <a:pathLst>
                <a:path extrusionOk="0" h="45599" w="65384">
                  <a:moveTo>
                    <a:pt x="65384" y="27022"/>
                  </a:moveTo>
                  <a:lnTo>
                    <a:pt x="65384" y="0"/>
                  </a:lnTo>
                  <a:lnTo>
                    <a:pt x="0" y="45599"/>
                  </a:lnTo>
                  <a:close/>
                </a:path>
              </a:pathLst>
            </a:custGeom>
            <a:solidFill>
              <a:srgbClr val="ABE33F">
                <a:alpha val="80784"/>
              </a:srgbClr>
            </a:solidFill>
            <a:ln>
              <a:noFill/>
            </a:ln>
          </p:spPr>
        </p:sp>
      </p:grpSp>
      <p:sp>
        <p:nvSpPr>
          <p:cNvPr id="68" name="Google Shape;68;p8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870750" y="1495850"/>
            <a:ext cx="2365200" cy="3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◆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◆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◇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70" name="Google Shape;70;p8"/>
          <p:cNvSpPr txBox="1"/>
          <p:nvPr>
            <p:ph idx="2" type="body"/>
          </p:nvPr>
        </p:nvSpPr>
        <p:spPr>
          <a:xfrm>
            <a:off x="3357262" y="1495850"/>
            <a:ext cx="2365200" cy="3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◆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◆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◇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71" name="Google Shape;71;p8"/>
          <p:cNvSpPr txBox="1"/>
          <p:nvPr>
            <p:ph idx="3" type="body"/>
          </p:nvPr>
        </p:nvSpPr>
        <p:spPr>
          <a:xfrm>
            <a:off x="5843773" y="1495850"/>
            <a:ext cx="2365200" cy="3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◆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◆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1400"/>
              <a:buFont typeface="Karla"/>
              <a:buChar char="◇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●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○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1400"/>
              <a:buFont typeface="Karla"/>
              <a:buChar char="■"/>
              <a:defRPr b="0" i="0" sz="1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72" name="Google Shape;72;p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886650" y="1598408"/>
            <a:ext cx="73707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◆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BE33F"/>
              </a:buClr>
              <a:buSzPts val="2400"/>
              <a:buFont typeface="Karla"/>
              <a:buChar char="◇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●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○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C52"/>
              </a:buClr>
              <a:buSzPts val="2400"/>
              <a:buFont typeface="Karla"/>
              <a:buChar char="■"/>
              <a:defRPr b="0" i="0" sz="2400" u="none" cap="none" strike="noStrike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886650" y="39840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  <a:defRPr b="1" i="0" sz="24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AE9D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hyperlink" Target="https://cumming.ucalgary.ca/research/pediatric-bci/bci-program/what-bci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gif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hyperlink" Target="https://openbci.com/" TargetMode="External"/><Relationship Id="rId8" Type="http://schemas.openxmlformats.org/officeDocument/2006/relationships/hyperlink" Target="https://docs.openbci.com/GettingStarted/Boards/CytonGS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hyperlink" Target="https://besdatatech.com/es/eeg-electrode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hyperlink" Target="https://repositorio.unbosque.edu.co/items/7c29a109-14b7-4efb-be85-73ab36992344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hyperlink" Target="https://www.canva.com/design/DAGiAYVyZ-c/4oIINhgn43WykqWG4BWERQ/edit?utm_content=DAGiAYVyZ-c&amp;utm_campaign=designshare&amp;utm_medium=link2&amp;utm_source=sharebutton" TargetMode="External"/><Relationship Id="rId5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repositorio.unbosque.edu.co/items/7c29a109-14b7-4efb-be85-73ab36992344" TargetMode="External"/><Relationship Id="rId5" Type="http://schemas.openxmlformats.org/officeDocument/2006/relationships/image" Target="../media/image15.png"/><Relationship Id="rId6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hyperlink" Target="https://www.youtube.com/watch?v=coV044tbprE" TargetMode="External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18.png"/><Relationship Id="rId6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Relationship Id="rId5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hyperlink" Target="https://github.com/EstebanM007/Carro_Bluetooth_EO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/>
          <p:nvPr>
            <p:ph type="ctrTitle"/>
          </p:nvPr>
        </p:nvSpPr>
        <p:spPr>
          <a:xfrm>
            <a:off x="934833" y="1831996"/>
            <a:ext cx="7274334" cy="147950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lang="en-US" sz="2800"/>
              <a:t>ACTIVACIÓN</a:t>
            </a:r>
            <a:r>
              <a:rPr lang="en-US" sz="2800"/>
              <a:t> DE MOTORES EOG</a:t>
            </a:r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78" name="Google Shape;7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2099" y="514174"/>
            <a:ext cx="1994625" cy="582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/>
        </p:nvSpPr>
        <p:spPr>
          <a:xfrm>
            <a:off x="5172849" y="4358450"/>
            <a:ext cx="1410300" cy="477600"/>
          </a:xfrm>
          <a:prstGeom prst="rect">
            <a:avLst/>
          </a:prstGeom>
          <a:solidFill>
            <a:srgbClr val="007B70">
              <a:alpha val="8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Ingeniería</a:t>
            </a:r>
            <a:r>
              <a:rPr lang="en-US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Electrónica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lang="en-US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Equipos Médicos</a:t>
            </a:r>
            <a:endParaRPr/>
          </a:p>
        </p:txBody>
      </p:sp>
      <p:sp>
        <p:nvSpPr>
          <p:cNvPr id="80" name="Google Shape;80;p9"/>
          <p:cNvSpPr txBox="1"/>
          <p:nvPr/>
        </p:nvSpPr>
        <p:spPr>
          <a:xfrm>
            <a:off x="6759409" y="4241450"/>
            <a:ext cx="2159700" cy="711600"/>
          </a:xfrm>
          <a:prstGeom prst="rect">
            <a:avLst/>
          </a:prstGeom>
          <a:solidFill>
            <a:srgbClr val="8CE36B">
              <a:alpha val="7765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lang="en-US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Esteban Alberto Martínez Palacios</a:t>
            </a:r>
            <a:endParaRPr sz="9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 txBox="1"/>
          <p:nvPr>
            <p:ph type="ctrTitle"/>
          </p:nvPr>
        </p:nvSpPr>
        <p:spPr>
          <a:xfrm>
            <a:off x="2915700" y="2233950"/>
            <a:ext cx="3312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r>
              <a:t/>
            </a:r>
            <a:endParaRPr b="1" i="0" sz="5200" u="none" cap="none" strike="noStrike">
              <a:solidFill>
                <a:srgbClr val="ABE33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r>
              <a:rPr lang="en-US" sz="5200"/>
              <a:t>BCI</a:t>
            </a:r>
            <a:endParaRPr sz="5200"/>
          </a:p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87" name="Google Shape;8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8" y="4833332"/>
            <a:ext cx="793681" cy="23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"/>
          <p:cNvSpPr txBox="1"/>
          <p:nvPr>
            <p:ph type="title"/>
          </p:nvPr>
        </p:nvSpPr>
        <p:spPr>
          <a:xfrm>
            <a:off x="780282" y="3015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BCI</a:t>
            </a:r>
            <a:endParaRPr/>
          </a:p>
        </p:txBody>
      </p:sp>
      <p:sp>
        <p:nvSpPr>
          <p:cNvPr id="93" name="Google Shape;93;p1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diagrama de flujo que indica los pasos en un BCI - registro, proceso, control y retroalimentación" id="95" name="Google Shape;95;p11" title="Pasos de un BCI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557200"/>
            <a:ext cx="9144000" cy="4029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1"/>
          <p:cNvSpPr txBox="1"/>
          <p:nvPr/>
        </p:nvSpPr>
        <p:spPr>
          <a:xfrm>
            <a:off x="852575" y="42838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5"/>
              </a:rPr>
              <a:t>BCI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2"/>
          <p:cNvSpPr txBox="1"/>
          <p:nvPr>
            <p:ph type="title"/>
          </p:nvPr>
        </p:nvSpPr>
        <p:spPr>
          <a:xfrm>
            <a:off x="707982" y="2764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Configuración del sistema </a:t>
            </a:r>
            <a:endParaRPr/>
          </a:p>
        </p:txBody>
      </p:sp>
      <p:sp>
        <p:nvSpPr>
          <p:cNvPr id="102" name="Google Shape;102;p12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03" name="Google Shape;1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1925" y="1544385"/>
            <a:ext cx="3998987" cy="28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2937" y="1463760"/>
            <a:ext cx="4423592" cy="28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 txBox="1"/>
          <p:nvPr>
            <p:ph type="title"/>
          </p:nvPr>
        </p:nvSpPr>
        <p:spPr>
          <a:xfrm>
            <a:off x="780282" y="3015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Técnicas Electrofisiológicas</a:t>
            </a:r>
            <a:endParaRPr/>
          </a:p>
        </p:txBody>
      </p: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12" name="Google Shape;1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576575" y="1516725"/>
            <a:ext cx="7778100" cy="3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1. Electrorretinograma (ERG): </a:t>
            </a: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Es un método que registra la respuesta eléctrica de las células del ojo sensibles a la luz (conos y bastones de la retina).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2. Electrooculograma (EOG):</a:t>
            </a: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Es un método que puede detectar los movimientos oculares, y se basa en el registro de la diferencia de potencial existente entre la córnea y la retina.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3. Videooculograma (VOG): </a:t>
            </a: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Es un método similar al EOG pero más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avanzado.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4. Potenciales Evocados Visuales (PEV):</a:t>
            </a: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 resultan de los cambios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producidos en la actividad bioeléctrica cerebral tras estimulación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luminosa.</a:t>
            </a:r>
            <a:endParaRPr sz="18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 txBox="1"/>
          <p:nvPr>
            <p:ph type="title"/>
          </p:nvPr>
        </p:nvSpPr>
        <p:spPr>
          <a:xfrm>
            <a:off x="780282" y="3015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EOG</a:t>
            </a:r>
            <a:endParaRPr/>
          </a:p>
        </p:txBody>
      </p:sp>
      <p:sp>
        <p:nvSpPr>
          <p:cNvPr id="119" name="Google Shape;119;p1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20" name="Google Shape;1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0275" y="2134860"/>
            <a:ext cx="2952750" cy="1724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2825" y="1504118"/>
            <a:ext cx="4068150" cy="2985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>
            <p:ph type="title"/>
          </p:nvPr>
        </p:nvSpPr>
        <p:spPr>
          <a:xfrm>
            <a:off x="780282" y="3015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OpenBCI</a:t>
            </a:r>
            <a:endParaRPr/>
          </a:p>
        </p:txBody>
      </p:sp>
      <p:sp>
        <p:nvSpPr>
          <p:cNvPr id="128" name="Google Shape;128;p1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29" name="Google Shape;12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550" y="1500585"/>
            <a:ext cx="457200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63774" y="1365600"/>
            <a:ext cx="1711400" cy="17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8974" y="1285760"/>
            <a:ext cx="1964027" cy="1964027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305450" y="3283650"/>
            <a:ext cx="339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7"/>
              </a:rPr>
              <a:t>OpenBCI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5504800" y="38689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8"/>
              </a:rPr>
              <a:t>Guia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"/>
          <p:cNvSpPr txBox="1"/>
          <p:nvPr>
            <p:ph type="ctrTitle"/>
          </p:nvPr>
        </p:nvSpPr>
        <p:spPr>
          <a:xfrm>
            <a:off x="2065650" y="2233950"/>
            <a:ext cx="55926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r>
              <a:t/>
            </a:r>
            <a:endParaRPr b="1" i="0" sz="5200" u="none" cap="none" strike="noStrike">
              <a:solidFill>
                <a:srgbClr val="ABE33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aleway"/>
              <a:buNone/>
            </a:pPr>
            <a:r>
              <a:rPr lang="en-US" sz="5200"/>
              <a:t>OpenVibe (EOG)</a:t>
            </a:r>
            <a:endParaRPr sz="5200"/>
          </a:p>
        </p:txBody>
      </p:sp>
      <p:sp>
        <p:nvSpPr>
          <p:cNvPr id="140" name="Google Shape;140;p1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41" name="Google Shape;14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598" y="4833332"/>
            <a:ext cx="793681" cy="231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 txBox="1"/>
          <p:nvPr>
            <p:ph type="title"/>
          </p:nvPr>
        </p:nvSpPr>
        <p:spPr>
          <a:xfrm>
            <a:off x="780282" y="3015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EEG</a:t>
            </a:r>
            <a:endParaRPr/>
          </a:p>
        </p:txBody>
      </p:sp>
      <p:sp>
        <p:nvSpPr>
          <p:cNvPr id="147" name="Google Shape;147;p1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48" name="Google Shape;14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2349" y="1309113"/>
            <a:ext cx="4179300" cy="2845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852575" y="42838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5"/>
              </a:rPr>
              <a:t>Tipos Electrodos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>
            <p:ph type="title"/>
          </p:nvPr>
        </p:nvSpPr>
        <p:spPr>
          <a:xfrm>
            <a:off x="575832" y="2582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Posicionamiento Electrodos EOG</a:t>
            </a:r>
            <a:endParaRPr/>
          </a:p>
        </p:txBody>
      </p:sp>
      <p:sp>
        <p:nvSpPr>
          <p:cNvPr id="156" name="Google Shape;156;p1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57" name="Google Shape;15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852575" y="42838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Activación de Motores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8650" y="1463760"/>
            <a:ext cx="2107049" cy="28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14100" y="1768399"/>
            <a:ext cx="3486326" cy="221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 txBox="1"/>
          <p:nvPr>
            <p:ph type="title"/>
          </p:nvPr>
        </p:nvSpPr>
        <p:spPr>
          <a:xfrm>
            <a:off x="780282" y="3015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Comandos EOG</a:t>
            </a:r>
            <a:endParaRPr/>
          </a:p>
        </p:txBody>
      </p:sp>
      <p:sp>
        <p:nvSpPr>
          <p:cNvPr id="166" name="Google Shape;166;p19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67" name="Google Shape;16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852575" y="42838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Diagrama de Flujo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69" name="Google Shape;169;p19" title="Flujo de Programac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0049" y="1537850"/>
            <a:ext cx="3791176" cy="2843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/>
        </p:nvSpPr>
        <p:spPr>
          <a:xfrm>
            <a:off x="7362524" y="4358450"/>
            <a:ext cx="1410300" cy="477600"/>
          </a:xfrm>
          <a:prstGeom prst="rect">
            <a:avLst/>
          </a:prstGeom>
          <a:solidFill>
            <a:srgbClr val="007B70">
              <a:alpha val="8549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Ingeniería</a:t>
            </a:r>
            <a:r>
              <a:rPr lang="en-US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Electrónica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Raleway"/>
              <a:buNone/>
            </a:pPr>
            <a:r>
              <a:rPr lang="en-US" sz="9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Equipos Médicos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521650" y="1031158"/>
            <a:ext cx="7370700" cy="33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Pasos:</a:t>
            </a:r>
            <a:endParaRPr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C</a:t>
            </a:r>
            <a:r>
              <a:rPr lang="en-US"/>
              <a:t>olocación de los electrodos EOG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Conexión</a:t>
            </a:r>
            <a:r>
              <a:rPr lang="en-US"/>
              <a:t> y </a:t>
            </a:r>
            <a:r>
              <a:rPr lang="en-US"/>
              <a:t>vinculación</a:t>
            </a:r>
            <a:r>
              <a:rPr lang="en-US"/>
              <a:t> 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Cyton_PC_OpenViBe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Configuración</a:t>
            </a:r>
            <a:r>
              <a:rPr lang="en-US"/>
              <a:t> del Escenario OpenViBe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Objetivos del Escenario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Grabar y analizar umbrales del Escenario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US"/>
              <a:t>Conexión</a:t>
            </a:r>
            <a:r>
              <a:rPr lang="en-US"/>
              <a:t> y </a:t>
            </a:r>
            <a:r>
              <a:rPr lang="en-US"/>
              <a:t>vinculación Carro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US"/>
              <a:t>Cyton_PC_OpenViBe_Python_Bluetooth</a:t>
            </a:r>
            <a:endParaRPr/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0"/>
          <p:cNvSpPr txBox="1"/>
          <p:nvPr>
            <p:ph type="title"/>
          </p:nvPr>
        </p:nvSpPr>
        <p:spPr>
          <a:xfrm>
            <a:off x="707982" y="276460"/>
            <a:ext cx="7370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Metodología</a:t>
            </a:r>
            <a:r>
              <a:rPr lang="en-US" sz="3600"/>
              <a:t>: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Colocación de los electrodos EOG</a:t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Activación de Motores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86" name="Google Shape;1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7125" y="1460660"/>
            <a:ext cx="2107049" cy="2820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title="Electrodos EOG_REF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0949" y="1419725"/>
            <a:ext cx="3461658" cy="290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Conexión y vinculación </a:t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193" name="Google Shape;193;p22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194" name="Google Shape;1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Video_Carro_EOG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196" name="Google Shape;196;p22" title="Diagrama sin título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66863" y="1658963"/>
            <a:ext cx="60102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3"/>
          <p:cNvSpPr txBox="1"/>
          <p:nvPr>
            <p:ph type="title"/>
          </p:nvPr>
        </p:nvSpPr>
        <p:spPr>
          <a:xfrm>
            <a:off x="360000" y="204650"/>
            <a:ext cx="8424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Conexión y vinculación (Prueba EOG) </a:t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02" name="Google Shape;202;p23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03" name="Google Shape;2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05" name="Google Shape;205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750" y="1474275"/>
            <a:ext cx="6094500" cy="2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4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600"/>
              <a:t>Objetivos del Escenario</a:t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11" name="Google Shape;211;p24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12" name="Google Shape;2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4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14" name="Google Shape;214;p24" title="ObjetivoEO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088" y="1378800"/>
            <a:ext cx="4985814" cy="290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000"/>
              <a:t>Grabar y analizar umbrales del Escenario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20" name="Google Shape;220;p25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21" name="Google Shape;22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23" name="Google Shape;22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0113" y="1500875"/>
            <a:ext cx="6743773" cy="290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000"/>
              <a:t>Grabar y analizar umbrales del Escenario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29" name="Google Shape;229;p26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30" name="Google Shape;2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6"/>
          <p:cNvSpPr txBox="1"/>
          <p:nvPr/>
        </p:nvSpPr>
        <p:spPr>
          <a:xfrm>
            <a:off x="958950" y="43374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32" name="Google Shape;232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5600" y="1522000"/>
            <a:ext cx="5732775" cy="2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000"/>
              <a:t>Grabar y analizar umbrales del Escenario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38" name="Google Shape;238;p27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39" name="Google Shape;23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7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41" name="Google Shape;241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150" y="1450400"/>
            <a:ext cx="3987723" cy="290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88273" y="1784838"/>
            <a:ext cx="4203326" cy="22330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000"/>
              <a:t>Conexión y vinculación Carro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48" name="Google Shape;248;p28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49" name="Google Shape;2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8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51" name="Google Shape;251;p28" title="Diagrama de bloques_REF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06138" y="1522000"/>
            <a:ext cx="5331721" cy="29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9"/>
          <p:cNvSpPr txBox="1"/>
          <p:nvPr>
            <p:ph type="title"/>
          </p:nvPr>
        </p:nvSpPr>
        <p:spPr>
          <a:xfrm>
            <a:off x="648150" y="216600"/>
            <a:ext cx="7847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000"/>
              <a:t>Conexión y vinculación Carro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sp>
        <p:nvSpPr>
          <p:cNvPr id="257" name="Google Shape;257;p29"/>
          <p:cNvSpPr txBox="1"/>
          <p:nvPr>
            <p:ph idx="12" type="sldNum"/>
          </p:nvPr>
        </p:nvSpPr>
        <p:spPr>
          <a:xfrm>
            <a:off x="2712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58" name="Google Shape;25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9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pic>
        <p:nvPicPr>
          <p:cNvPr id="260" name="Google Shape;26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94350" y="1510075"/>
            <a:ext cx="4155305" cy="2901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0"/>
          <p:cNvSpPr txBox="1"/>
          <p:nvPr>
            <p:ph type="ctrTitle"/>
          </p:nvPr>
        </p:nvSpPr>
        <p:spPr>
          <a:xfrm>
            <a:off x="1719025" y="1991825"/>
            <a:ext cx="5706000" cy="11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rPr lang="en-US" sz="3000"/>
              <a:t>Gracias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aleway"/>
              <a:buNone/>
            </a:pPr>
            <a:r>
              <a:t/>
            </a:r>
            <a:endParaRPr sz="3600"/>
          </a:p>
        </p:txBody>
      </p:sp>
      <p:pic>
        <p:nvPicPr>
          <p:cNvPr descr="https://lh5.googleusercontent.com/CNP6WPhZs1GMIvjk7057PLlPFm4c9E-7-WOisAL-gUSVUbuif2KNV5v_vfJ9EgwigHUrDVg9YT1ZNGPRjpTlIBROiN5OfS0PuM3flNjjAUPbL8amS6L_7alJ-xVzy52QUQZh59B80Zs" id="266" name="Google Shape;26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557" y="4834796"/>
            <a:ext cx="793681" cy="231712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0"/>
          <p:cNvSpPr txBox="1"/>
          <p:nvPr/>
        </p:nvSpPr>
        <p:spPr>
          <a:xfrm>
            <a:off x="958950" y="4280700"/>
            <a:ext cx="722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4C52"/>
                </a:solidFill>
                <a:latin typeface="Karla"/>
                <a:ea typeface="Karla"/>
                <a:cs typeface="Karla"/>
                <a:sym typeface="Karla"/>
              </a:rPr>
              <a:t>Referencia: </a:t>
            </a:r>
            <a:r>
              <a:rPr lang="en-US" sz="2400" u="sng">
                <a:solidFill>
                  <a:schemeClr val="hlink"/>
                </a:solidFill>
                <a:latin typeface="Karla"/>
                <a:ea typeface="Karla"/>
                <a:cs typeface="Karla"/>
                <a:sym typeface="Karla"/>
                <a:hlinkClick r:id="rId4"/>
              </a:rPr>
              <a:t>Repositorio_ProyectoEOG</a:t>
            </a:r>
            <a:endParaRPr sz="2400">
              <a:solidFill>
                <a:srgbClr val="004C52"/>
              </a:solidFill>
              <a:latin typeface="Karla"/>
              <a:ea typeface="Karla"/>
              <a:cs typeface="Karla"/>
              <a:sym typeface="Karl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scalu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